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7315200" cy="7315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46320" y="-1737360"/>
            <a:ext cx="4206240" cy="4206240"/>
          </a:xfrm>
          <a:prstGeom prst="ellipse">
            <a:avLst/>
          </a:prstGeom>
          <a:solidFill>
            <a:srgbClr val="14B8A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5577840"/>
            <a:ext cx="3291840" cy="3291840"/>
          </a:xfrm>
          <a:prstGeom prst="ellipse">
            <a:avLst/>
          </a:prstGeom>
          <a:solidFill>
            <a:srgbClr val="7DD3FC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0080" y="23317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478024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spc="150">
                <a:solidFill>
                  <a:srgbClr val="5EEAD4"/>
                </a:solidFill>
                <a:latin typeface="Arial"/>
              </a:rPr>
              <a:t>MENTAL MODELS ·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612648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800" b="1" i="0">
                <a:solidFill>
                  <a:srgbClr val="F8FAFC"/>
                </a:solidFill>
                <a:latin typeface="Arial"/>
              </a:rPr>
              <a:t>The Constraint
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57800"/>
            <a:ext cx="5760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4A3B8"/>
                </a:solidFill>
                <a:latin typeface="Arial"/>
              </a:rPr>
              <a:t>Map what a tool was built for before mapping what you hope it can do.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656832"/>
            <a:ext cx="292608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6519672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3100" b="0" i="0">
                <a:solidFill>
                  <a:srgbClr val="F8FAFC"/>
                </a:solidFill>
                <a:latin typeface="Arial"/>
              </a:rPr>
              <a:t>Every AI tool has a box it was built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700" b="0" i="0">
                <a:solidFill>
                  <a:srgbClr val="F8FAFC"/>
                </a:solidFill>
                <a:latin typeface="Arial"/>
              </a:rPr>
              <a:t>The failures that matter are almost always someone using it outside that box.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i="0">
                <a:solidFill>
                  <a:srgbClr val="F8FAFC"/>
                </a:solidFill>
                <a:latin typeface="Arial"/>
              </a:rPr>
              <a:t>A model trained for conversational fluency isn't automatically good at arithmetic.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200" b="0" i="0">
                <a:solidFill>
                  <a:srgbClr val="F8FAFC"/>
                </a:solidFill>
                <a:latin typeface="Arial"/>
              </a:rPr>
              <a:t>A summarizer isn't automatically a fact-checker. A code assistant trained on public repos doesn't automatically know your internal conventions.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577840" y="5577840"/>
            <a:ext cx="2926080" cy="2926080"/>
          </a:xfrm>
          <a:prstGeom prst="ellipse">
            <a:avLst/>
          </a:prstGeom>
          <a:solidFill>
            <a:srgbClr val="14B8A6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4572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417320"/>
            <a:ext cx="384048" cy="330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60350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i="0">
                <a:solidFill>
                  <a:srgbClr val="F8FAFC"/>
                </a:solidFill>
                <a:latin typeface="Arial"/>
              </a:rPr>
              <a:t>Before adopting any AI tool, map its actual constraint box — what it was optimized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" y="731520"/>
            <a:ext cx="5852160" cy="5852160"/>
          </a:xfrm>
          <a:prstGeom prst="ellipse">
            <a:avLst/>
          </a:prstGeom>
          <a:solidFill>
            <a:srgbClr val="14B8A6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980" y="1874519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3063240"/>
            <a:ext cx="5669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500" b="1" i="0">
                <a:solidFill>
                  <a:srgbClr val="F8FAFC"/>
                </a:solidFill>
                <a:latin typeface="Arial"/>
              </a:rPr>
              <a:t>…before mapping what you hope it can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4983480"/>
            <a:ext cx="3291840" cy="512064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5EEAD4"/>
                </a:solidFill>
                <a:latin typeface="Arial"/>
              </a:rPr>
              <a:t>verlinlabs.com/mental-models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5806440"/>
            <a:ext cx="914400" cy="1778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94360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200" b="0" i="0">
                <a:solidFill>
                  <a:srgbClr val="94A3B8"/>
                </a:solidFill>
                <a:latin typeface="Arial"/>
              </a:rPr>
              <a:t>Verlin Labs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6583680"/>
            <a:ext cx="1005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475569"/>
                </a:solidFill>
                <a:latin typeface="Arial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