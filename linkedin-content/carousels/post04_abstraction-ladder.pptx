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0" y="-1737360"/>
            <a:ext cx="4206240" cy="420624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5577840"/>
            <a:ext cx="3291840" cy="3291840"/>
          </a:xfrm>
          <a:prstGeom prst="ellipse">
            <a:avLst/>
          </a:prstGeom>
          <a:solidFill>
            <a:srgbClr val="7DD3FC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23317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7802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MENTAL MODELS ·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61264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8FAFC"/>
                </a:solidFill>
                <a:latin typeface="Arial"/>
              </a:rPr>
              <a:t>The Abstraction
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4A3B8"/>
                </a:solidFill>
                <a:latin typeface="Arial"/>
              </a:rPr>
              <a:t>Choosing the right altitude for the decision in front of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656832"/>
            <a:ext cx="292608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519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i="0">
                <a:solidFill>
                  <a:srgbClr val="F8FAFC"/>
                </a:solidFill>
                <a:latin typeface="Arial"/>
              </a:rPr>
              <a:t>“How does AI work?” is really three different questions — depending on how far down the ladder you 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i="0">
                <a:solidFill>
                  <a:srgbClr val="F8FAFC"/>
                </a:solidFill>
                <a:latin typeface="Arial"/>
              </a:rPr>
              <a:t>Top rung: it predicts the next word. True, but useless for reasoning about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F8FAFC"/>
                </a:solidFill>
                <a:latin typeface="Arial"/>
              </a:rPr>
              <a:t>Middle rung: a neural network weighing probabilities over patterns in text. Useful for most day-to-day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F8FAFC"/>
                </a:solidFill>
                <a:latin typeface="Arial"/>
              </a:rPr>
              <a:t>Bottom rung: attention mechanisms, transformers, gradient descent. Useful if you're building the 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F8FAFC"/>
                </a:solidFill>
                <a:latin typeface="Arial"/>
              </a:rPr>
              <a:t>Most confusion comes from mixing rungs mid-conversation — a business risk explained with a bottom-rung detail, or an engineering call made with a top-rung generalization.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31520"/>
            <a:ext cx="5852160" cy="585216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74519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063240"/>
            <a:ext cx="5669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1" i="0">
                <a:solidFill>
                  <a:srgbClr val="F8FAFC"/>
                </a:solidFill>
                <a:latin typeface="Arial"/>
              </a:rPr>
              <a:t>Knowing which rung you're on is half the battle.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983480"/>
            <a:ext cx="3291840" cy="51206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verlinlabs.com/mental-models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806440"/>
            <a:ext cx="914400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943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