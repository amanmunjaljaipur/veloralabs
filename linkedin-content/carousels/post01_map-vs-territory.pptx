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73152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0" y="-1737360"/>
            <a:ext cx="4206240" cy="4206240"/>
          </a:xfrm>
          <a:prstGeom prst="ellipse">
            <a:avLst/>
          </a:prstGeom>
          <a:solidFill>
            <a:srgbClr val="14B8A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5577840"/>
            <a:ext cx="3291840" cy="3291840"/>
          </a:xfrm>
          <a:prstGeom prst="ellipse">
            <a:avLst/>
          </a:prstGeom>
          <a:solidFill>
            <a:srgbClr val="7DD3FC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54864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23317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78024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spc="150">
                <a:solidFill>
                  <a:srgbClr val="5EEAD4"/>
                </a:solidFill>
                <a:latin typeface="Arial"/>
              </a:rPr>
              <a:t>MENTAL MODELS ·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61264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8FAFC"/>
                </a:solidFill>
                <a:latin typeface="Arial"/>
              </a:rPr>
              <a:t>The Map Is Not
The Territory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57800"/>
            <a:ext cx="5760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4A3B8"/>
                </a:solidFill>
                <a:latin typeface="Arial"/>
              </a:rPr>
              <a:t>A framework for reading AI output without over-trusting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656832"/>
            <a:ext cx="292608" cy="1778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651967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94A3B8"/>
                </a:solidFill>
                <a:latin typeface="Arial"/>
              </a:rPr>
              <a:t>Verlin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200" b="0" i="0">
                <a:solidFill>
                  <a:srgbClr val="F8FAFC"/>
                </a:solidFill>
                <a:latin typeface="Arial"/>
              </a:rPr>
              <a:t>Every AI model is a map. Not the territory.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700" b="0" i="0">
                <a:solidFill>
                  <a:srgbClr val="F8FAFC"/>
                </a:solidFill>
                <a:latin typeface="Arial"/>
              </a:rPr>
              <a:t>A language model's confidence has nothing to do with its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i="0">
                <a:solidFill>
                  <a:srgbClr val="F8FAFC"/>
                </a:solidFill>
                <a:latin typeface="Arial"/>
              </a:rPr>
              <a:t>It describes a wrong answer with the same fluency as a right one — because it's not reasoning about truth, it's predicting plausible 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i="0">
                <a:solidFill>
                  <a:srgbClr val="F8FAFC"/>
                </a:solidFill>
                <a:latin typeface="Arial"/>
              </a:rPr>
              <a:t>The moment you treat AI output as ‘the map’ instead of ‘the truth,’ you ask better questions: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69280" y="5669280"/>
            <a:ext cx="2743200" cy="2743200"/>
          </a:xfrm>
          <a:prstGeom prst="ellipse">
            <a:avLst/>
          </a:prstGeom>
          <a:solidFill>
            <a:srgbClr val="7DD3FC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6304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9344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spc="150">
                <a:solidFill>
                  <a:srgbClr val="5EEAD4"/>
                </a:solidFill>
                <a:latin typeface="Arial"/>
              </a:rPr>
              <a:t>ASK YOURSELF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18360"/>
            <a:ext cx="310896" cy="31089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0F172A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05486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8FAFC"/>
                </a:solidFill>
                <a:latin typeface="Arial"/>
              </a:rPr>
              <a:t>What did this leave out?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352800"/>
            <a:ext cx="310896" cy="31089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0F172A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8930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8FAFC"/>
                </a:solidFill>
                <a:latin typeface="Arial"/>
              </a:rPr>
              <a:t>What would change if the input changed?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587240"/>
            <a:ext cx="310896" cy="31089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0F172A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52374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F8FAFC"/>
                </a:solidFill>
                <a:latin typeface="Arial"/>
              </a:rPr>
              <a:t>Where would this map mislead me?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731520"/>
            <a:ext cx="5852160" cy="5852160"/>
          </a:xfrm>
          <a:prstGeom prst="ellipse">
            <a:avLst/>
          </a:prstGeom>
          <a:solidFill>
            <a:srgbClr val="14B8A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80" y="1874519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063240"/>
            <a:ext cx="5669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1" i="0">
                <a:solidFill>
                  <a:srgbClr val="F8FAFC"/>
                </a:solidFill>
                <a:latin typeface="Arial"/>
              </a:rPr>
              <a:t>One of the core mental models we teach at Verlin Labs.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4983480"/>
            <a:ext cx="3291840" cy="51206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5EEAD4"/>
                </a:solidFill>
                <a:latin typeface="Arial"/>
              </a:rPr>
              <a:t>verlinlabs.com/mental-models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5806440"/>
            <a:ext cx="914400" cy="1778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59436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 i="0">
                <a:solidFill>
                  <a:srgbClr val="94A3B8"/>
                </a:solidFill>
                <a:latin typeface="Arial"/>
              </a:rPr>
              <a:t>Verlin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