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73152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0" y="-1737360"/>
            <a:ext cx="4206240" cy="4206240"/>
          </a:xfrm>
          <a:prstGeom prst="ellipse">
            <a:avLst/>
          </a:prstGeom>
          <a:solidFill>
            <a:srgbClr val="14B8A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5577840"/>
            <a:ext cx="3291840" cy="3291840"/>
          </a:xfrm>
          <a:prstGeom prst="ellipse">
            <a:avLst/>
          </a:prstGeom>
          <a:solidFill>
            <a:srgbClr val="7DD3FC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54864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23317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78024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spc="150">
                <a:solidFill>
                  <a:srgbClr val="5EEAD4"/>
                </a:solidFill>
                <a:latin typeface="Arial"/>
              </a:rPr>
              <a:t>MENTAL MODELS ·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61264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8FAFC"/>
                </a:solidFill>
                <a:latin typeface="Arial"/>
              </a:rPr>
              <a:t>The Compression
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5760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4A3B8"/>
                </a:solidFill>
                <a:latin typeface="Arial"/>
              </a:rPr>
              <a:t>Every summary is a choice about what to leave 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656832"/>
            <a:ext cx="292608" cy="177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65196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94A3B8"/>
                </a:solidFill>
                <a:latin typeface="Arial"/>
              </a:rPr>
              <a:t>Verlin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800" b="0" i="0">
                <a:solidFill>
                  <a:srgbClr val="F8FAFC"/>
                </a:solidFill>
                <a:latin typeface="Arial"/>
              </a:rPr>
              <a:t>Every AI summary is a compression. And compression always throws something away.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i="0">
                <a:solidFill>
                  <a:srgbClr val="F8FAFC"/>
                </a:solidFill>
                <a:latin typeface="Arial"/>
              </a:rPr>
              <a:t>The question is never ‘is this summary accurate’ — it's ‘what did this compression decide didn't matter, and do I agree?’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700" b="0" i="0">
                <a:solidFill>
                  <a:srgbClr val="F8FAFC"/>
                </a:solidFill>
                <a:latin typeface="Arial"/>
              </a:rPr>
              <a:t>A good summary compresses along the axis you care about.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i="0">
                <a:solidFill>
                  <a:srgbClr val="F8FAFC"/>
                </a:solidFill>
                <a:latin typeface="Arial"/>
              </a:rPr>
              <a:t>A bad one compresses along whatever axis was statistically convenient for the model — and they can look identical on the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i="0">
                <a:solidFill>
                  <a:srgbClr val="F8FAFC"/>
                </a:solidFill>
                <a:latin typeface="Arial"/>
              </a:rPr>
              <a:t>Before acting on an AI summary of a contract, a research transcript, a codebase — ask what got compressed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731520"/>
            <a:ext cx="5852160" cy="5852160"/>
          </a:xfrm>
          <a:prstGeom prst="ellipse">
            <a:avLst/>
          </a:prstGeom>
          <a:solidFill>
            <a:srgbClr val="14B8A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0" y="1874519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063240"/>
            <a:ext cx="5669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1" i="0">
                <a:solidFill>
                  <a:srgbClr val="F8FAFC"/>
                </a:solidFill>
                <a:latin typeface="Arial"/>
              </a:rPr>
              <a:t>It's usually the part you actually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983480"/>
            <a:ext cx="3291840" cy="51206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5EEAD4"/>
                </a:solidFill>
                <a:latin typeface="Arial"/>
              </a:rPr>
              <a:t>verlinlabs.com/mental-models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5806440"/>
            <a:ext cx="914400" cy="177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59436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0">
                <a:solidFill>
                  <a:srgbClr val="94A3B8"/>
                </a:solidFill>
                <a:latin typeface="Arial"/>
              </a:rPr>
              <a:t>Verlin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