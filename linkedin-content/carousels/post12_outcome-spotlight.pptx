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73152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0" y="-1463040"/>
            <a:ext cx="3840480" cy="3840480"/>
          </a:xfrm>
          <a:prstGeom prst="ellipse">
            <a:avLst/>
          </a:prstGeom>
          <a:solidFill>
            <a:srgbClr val="14B8A6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572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1463040"/>
            <a:ext cx="384048" cy="330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9344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spc="150">
                <a:solidFill>
                  <a:srgbClr val="5EEAD4"/>
                </a:solidFill>
                <a:latin typeface="Arial"/>
              </a:rPr>
              <a:t>PROGRAM SPOTLIGHT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1371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0" b="1">
                <a:latin typeface="Georgia"/>
                <a:solidFill>
                  <a:srgbClr val="14B8A6">
                    <a:alpha val="45000"/>
                  </a:srgbClr>
                </a:solidFill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5943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000" b="1" i="0">
                <a:solidFill>
                  <a:srgbClr val="F8FAFC"/>
                </a:solidFill>
                <a:latin typeface="Arial"/>
              </a:rPr>
              <a:t>I stopped asking AI to write my code. I started asking it to explain my bugs.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8064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1">
                <a:solidFill>
                  <a:srgbClr val="94A3B8"/>
                </a:solidFill>
                <a:latin typeface="Arial"/>
              </a:rPr>
              <a:t>— College Engineers cohort,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01 /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77840" y="5577840"/>
            <a:ext cx="2926080" cy="292608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572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1417320"/>
            <a:ext cx="384048" cy="330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035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i="0">
                <a:solidFill>
                  <a:srgbClr val="F8FAFC"/>
                </a:solidFill>
                <a:latin typeface="Arial"/>
              </a:rPr>
              <a:t>That's how one of our recent college-engineer cohort members described the shift.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02 / 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77840" y="5577840"/>
            <a:ext cx="2926080" cy="292608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572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1417320"/>
            <a:ext cx="384048" cy="330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035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800" b="0" i="0">
                <a:solidFill>
                  <a:srgbClr val="F8FAFC"/>
                </a:solidFill>
                <a:latin typeface="Arial"/>
              </a:rPr>
              <a:t>My output didn't get faster. It got right the first time, more often.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03 /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77840" y="5577840"/>
            <a:ext cx="2926080" cy="292608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572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1417320"/>
            <a:ext cx="384048" cy="330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035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700" b="0" i="0">
                <a:solidFill>
                  <a:srgbClr val="F8FAFC"/>
                </a:solidFill>
                <a:latin typeface="Arial"/>
              </a:rPr>
              <a:t>That's the outcome we build toward — judgment, not speed.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04 /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731520"/>
            <a:ext cx="5852160" cy="5852160"/>
          </a:xfrm>
          <a:prstGeom prst="ellipse">
            <a:avLst/>
          </a:prstGeom>
          <a:solidFill>
            <a:srgbClr val="14B8A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980" y="1874519"/>
            <a:ext cx="77724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3063240"/>
            <a:ext cx="56692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00" b="1" i="0">
                <a:solidFill>
                  <a:srgbClr val="F8FAFC"/>
                </a:solidFill>
                <a:latin typeface="Arial"/>
              </a:rPr>
              <a:t>A free 2-hour intro session — live, and free to 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4983480"/>
            <a:ext cx="3291840" cy="512064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5EEAD4"/>
                </a:solidFill>
                <a:latin typeface="Arial"/>
              </a:rPr>
              <a:t>verlinlabs.com/free-session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5806440"/>
            <a:ext cx="914400" cy="1778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59436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0" i="0">
                <a:solidFill>
                  <a:srgbClr val="94A3B8"/>
                </a:solidFill>
                <a:latin typeface="Arial"/>
              </a:rPr>
              <a:t>Verlin Labs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05 /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