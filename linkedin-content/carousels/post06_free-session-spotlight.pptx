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-1463040"/>
            <a:ext cx="3840480" cy="3840480"/>
          </a:xfrm>
          <a:prstGeom prst="ellipse">
            <a:avLst/>
          </a:prstGeom>
          <a:solidFill>
            <a:srgbClr val="14B8A6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6304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934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PROGRAM SPOTLIGHT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371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latin typeface="Georgia"/>
                <a:solidFill>
                  <a:srgbClr val="14B8A6">
                    <a:alpha val="45000"/>
                  </a:srgbClr>
                </a:solidFill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594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F8FAFC"/>
                </a:solidFill>
                <a:latin typeface="Arial"/>
              </a:rPr>
              <a:t>I use ChatGPT every day. I still don't get how it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94A3B8"/>
                </a:solidFill>
                <a:latin typeface="Arial"/>
              </a:rPr>
              <a:t>— Common opener, free session attendees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i="0">
                <a:solidFill>
                  <a:srgbClr val="F8FAFC"/>
                </a:solidFill>
                <a:latin typeface="Arial"/>
              </a:rPr>
              <a:t>That's the most common thing we hear in the first ten minutes of a free session — from engineers, PMs, and students alike.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i="0">
                <a:solidFill>
                  <a:srgbClr val="F8FAFC"/>
                </a:solidFill>
                <a:latin typeface="Arial"/>
              </a:rPr>
              <a:t>Using a tool daily and understanding it are two different skills. Almost nobody teaches the second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We run a free 2-hour live session that closes that gap — mental models, not tutorials.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No credit card. No sales pitch.
Link in the first comment.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verlinlabs.com/free-session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