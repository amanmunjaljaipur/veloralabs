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73152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0" y="-1737360"/>
            <a:ext cx="4206240" cy="4206240"/>
          </a:xfrm>
          <a:prstGeom prst="ellipse">
            <a:avLst/>
          </a:prstGeom>
          <a:solidFill>
            <a:srgbClr val="14B8A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5577840"/>
            <a:ext cx="3291840" cy="3291840"/>
          </a:xfrm>
          <a:prstGeom prst="ellipse">
            <a:avLst/>
          </a:prstGeom>
          <a:solidFill>
            <a:srgbClr val="7DD3FC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548640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23317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78024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spc="150">
                <a:solidFill>
                  <a:srgbClr val="5EEAD4"/>
                </a:solidFill>
                <a:latin typeface="Arial"/>
              </a:rPr>
              <a:t>MENTAL MODELS ·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61264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8FAFC"/>
                </a:solidFill>
                <a:latin typeface="Arial"/>
              </a:rPr>
              <a:t>The Feedback
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57800"/>
            <a:ext cx="5760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4A3B8"/>
                </a:solidFill>
                <a:latin typeface="Arial"/>
              </a:rPr>
              <a:t>Why the riskiest systems are the quiet ones, not the wrong ones.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656832"/>
            <a:ext cx="292608" cy="1778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651967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94A3B8"/>
                </a:solidFill>
                <a:latin typeface="Arial"/>
              </a:rPr>
              <a:t>Verlin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000" b="0" i="0">
                <a:solidFill>
                  <a:srgbClr val="F8FAFC"/>
                </a:solidFill>
                <a:latin typeface="Arial"/>
              </a:rPr>
              <a:t>The most dangerous AI systems aren't the inaccurate 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700" b="0" i="0">
                <a:solidFill>
                  <a:srgbClr val="F8FAFC"/>
                </a:solidFill>
                <a:latin typeface="Arial"/>
              </a:rPr>
              <a:t>They're the ones whose mistakes never make it back to anyone who could fix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i="0">
                <a:solidFill>
                  <a:srgbClr val="F8FAFC"/>
                </a:solidFill>
                <a:latin typeface="Arial"/>
              </a:rPr>
              <a:t>A feedback loop: output happens → someone notices if it's wrong → that correction changes future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700" b="0" i="0">
                <a:solidFill>
                  <a:srgbClr val="F8FAFC"/>
                </a:solidFill>
                <a:latin typeface="Arial"/>
              </a:rPr>
              <a:t>Break any link in that chain and errors compound silently.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i="0">
                <a:solidFill>
                  <a:srgbClr val="F8FAFC"/>
                </a:solidFill>
                <a:latin typeface="Arial"/>
              </a:rPr>
              <a:t>Before trusting an AI workflow, ask: when this is wrong, who finds out — and does that finding-out ever reach the system?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731520"/>
            <a:ext cx="5852160" cy="5852160"/>
          </a:xfrm>
          <a:prstGeom prst="ellipse">
            <a:avLst/>
          </a:prstGeom>
          <a:solidFill>
            <a:srgbClr val="14B8A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980" y="1874519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3063240"/>
            <a:ext cx="5669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1" i="0">
                <a:solidFill>
                  <a:srgbClr val="F8FAFC"/>
                </a:solidFill>
                <a:latin typeface="Arial"/>
              </a:rPr>
              <a:t>If the answer is ‘no one,’ that's the real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4983480"/>
            <a:ext cx="3291840" cy="51206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5EEAD4"/>
                </a:solidFill>
                <a:latin typeface="Arial"/>
              </a:rPr>
              <a:t>verlinlabs.com/mental-models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5806440"/>
            <a:ext cx="914400" cy="1778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59436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 i="0">
                <a:solidFill>
                  <a:srgbClr val="94A3B8"/>
                </a:solidFill>
                <a:latin typeface="Arial"/>
              </a:rPr>
              <a:t>Verlin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